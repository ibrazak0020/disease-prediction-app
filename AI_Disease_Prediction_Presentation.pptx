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3948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Opening slide introducing the project, supervisor, and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Briefly explain the aim: to assist early disease detection using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that this system is not a replacement for doctors but a supportive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Clearly state objectives as expected by supervisor.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Define project boundaries and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Random Forest model and Streamlit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the workflow diagram and implementation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your strong accuracy result confidently.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your app demo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confidently; thank the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444990" cy="1143000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AI Disease Prediction System Using Machine Learning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>
                <a:solidFill>
                  <a:srgbClr val="141414"/>
                </a:solidFill>
              </a:defRPr>
            </a:pPr>
            <a:r>
              <a:t>Student: Kazeem Ibrahim Opeyemi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Supervisor: Dr. JET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Institution: Abiola Ajimobi Technical University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Session: 2024/2025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endParaRPr/>
          </a:p>
          <a:p>
            <a:pPr>
              <a:defRPr sz="2000">
                <a:solidFill>
                  <a:srgbClr val="141414"/>
                </a:solidFill>
              </a:defRPr>
            </a:pPr>
            <a:r>
              <a:t>Insert University Logo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3366"/>
                </a:solidFill>
              </a:defRPr>
            </a:pPr>
            <a:r>
              <a:t>Abiola Ajimobi Technical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t>2.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>
                <a:solidFill>
                  <a:srgbClr val="141414"/>
                </a:solidFill>
              </a:defRPr>
            </a:pPr>
            <a:r>
              <a:t>This project leverages machine learning and Streamlit to predict diseases from symptoms.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It uses historical symptom–disease datasets to train a classification model.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The app provides users with likely diagnoses, descriptions, and precautions.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3366"/>
                </a:solidFill>
              </a:defRPr>
            </a:pPr>
            <a:r>
              <a:t>Abiola Ajimobi Technical University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t>3.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>
                <a:solidFill>
                  <a:srgbClr val="141414"/>
                </a:solidFill>
              </a:defRPr>
            </a:pPr>
            <a:r>
              <a:t>Healthcare facilities face challenges in providing quick, accessible diagnosis.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Manual evaluation of symptoms can lead to human error.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An automated system can provide faster preliminary assessments.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3366"/>
                </a:solidFill>
              </a:defRPr>
            </a:pPr>
            <a:r>
              <a:t>Abiola Ajimobi Technical University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t>4.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>
                <a:solidFill>
                  <a:srgbClr val="141414"/>
                </a:solidFill>
              </a:defRPr>
            </a:pPr>
            <a:r>
              <a:t>Develop a machine learning model to predict possible diseases.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Design a Streamlit web application for interactive prediction.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Integrate datasets for disease symptoms, descriptions, and precautions.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Ensure accurate and user-friendly disease diagnosis.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3366"/>
                </a:solidFill>
              </a:defRPr>
            </a:pPr>
            <a:r>
              <a:t>Abiola Ajimobi Technical University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t>5. Scope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>
                <a:solidFill>
                  <a:srgbClr val="141414"/>
                </a:solidFill>
              </a:defRPr>
            </a:pPr>
            <a:r>
              <a:t>Focuses on symptom-based disease prediction.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Model trained on pre-defined datasets (disease.csv, symptom_description.csv, etc.).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Output limited to top three likely diseases with confidence scores.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Educational and research purpose — not medical advice.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3366"/>
                </a:solidFill>
              </a:defRPr>
            </a:pPr>
            <a:r>
              <a:t>Abiola Ajimobi Technical University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t>6.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>
                <a:solidFill>
                  <a:srgbClr val="141414"/>
                </a:solidFill>
              </a:defRPr>
            </a:pPr>
            <a:r>
              <a:t>1. Data Collection and Preprocessing.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2. Feature Selection: Symptoms as binary features (0/1).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3. Model Training: RandomForestClassifier for prediction.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4. Evaluation: Achieved 1.0 accuracy on test data.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5. Deployment: Streamlit web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3366"/>
                </a:solidFill>
              </a:defRPr>
            </a:pPr>
            <a:r>
              <a:t>Abiola Ajimobi Technical University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t>7. System Design and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>
                <a:solidFill>
                  <a:srgbClr val="141414"/>
                </a:solidFill>
              </a:defRPr>
            </a:pPr>
            <a:r>
              <a:t>Architecture includes: Dataset → Model Training → Prediction → Web Interface.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Frontend: Streamlit for user input and visualization.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Backend: Scikit-learn model served via pickle.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Outputs: Predicted disease, description, and precautions.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3366"/>
                </a:solidFill>
              </a:defRPr>
            </a:pPr>
            <a:r>
              <a:t>Abiola Ajimobi Technical University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t>8. Results and Model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>
                <a:solidFill>
                  <a:srgbClr val="141414"/>
                </a:solidFill>
              </a:defRPr>
            </a:pPr>
            <a:r>
              <a:t>Model achieved 100% accuracy (1.0) on test dataset.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Confusion matrix showed no misclassifications.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High accuracy attributed to balanced and well-structured data.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Insert Model Accuracy Graph Placeholder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3366"/>
                </a:solidFill>
              </a:defRPr>
            </a:pPr>
            <a:r>
              <a:t>Abiola Ajimobi Technical University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t>9. App Interface and Functionality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>
                <a:solidFill>
                  <a:srgbClr val="141414"/>
                </a:solidFill>
              </a:defRPr>
            </a:pPr>
            <a:r>
              <a:t>Users select symptoms via checkboxes.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System predicts top three possible diseases with confidence scores.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Displays disease description and recommended precautions.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Insert App Screenshot Placeholder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3366"/>
                </a:solidFill>
              </a:defRPr>
            </a:pPr>
            <a:r>
              <a:t>Abiola Ajimobi Technical University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t>10. Conclusion and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>
                <a:solidFill>
                  <a:srgbClr val="141414"/>
                </a:solidFill>
              </a:defRPr>
            </a:pPr>
            <a:r>
              <a:t>The project demonstrates that machine learning can enhance preliminary disease diagnosis.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Encouraged to expand dataset for broader coverage.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Future improvement: include deep learning and multilingual support.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endParaRPr/>
          </a:p>
          <a:p>
            <a:pPr>
              <a:defRPr sz="2000">
                <a:solidFill>
                  <a:srgbClr val="141414"/>
                </a:solidFill>
              </a:defRPr>
            </a:pPr>
            <a:r>
              <a:t>Thank you for your time and attention.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Supervised by Dr. 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3366"/>
                </a:solidFill>
              </a:defRPr>
            </a:pPr>
            <a:r>
              <a:t>Abiola Ajimobi Technical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551</Words>
  <Application>Microsoft Office PowerPoint</Application>
  <PresentationFormat>Custom</PresentationFormat>
  <Paragraphs>92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 1. AI Disease Prediction System Using Machine Learning and Streamlit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opeyemi najaah</cp:lastModifiedBy>
  <cp:revision>2</cp:revision>
  <dcterms:created xsi:type="dcterms:W3CDTF">2013-01-27T09:14:16Z</dcterms:created>
  <dcterms:modified xsi:type="dcterms:W3CDTF">2025-10-23T21:04:00Z</dcterms:modified>
  <cp:category/>
</cp:coreProperties>
</file>